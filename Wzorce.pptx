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90" d="100"/>
          <a:sy n="90" d="100"/>
        </p:scale>
        <p:origin x="768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12/19/25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9F50610-FF53-2AF3-EA9F-5839B4FB97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b="1" dirty="0"/>
              <a:t>System Blogowy</a:t>
            </a:r>
            <a:br>
              <a:rPr lang="pl-PL" dirty="0"/>
            </a:b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FA1FFB9-401C-A456-97FA-20C777481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2845" y="4839717"/>
            <a:ext cx="9070848" cy="457201"/>
          </a:xfrm>
        </p:spPr>
        <p:txBody>
          <a:bodyPr>
            <a:normAutofit fontScale="92500" lnSpcReduction="20000"/>
          </a:bodyPr>
          <a:lstStyle/>
          <a:p>
            <a:r>
              <a:rPr lang="pl-PL" b="1" dirty="0"/>
              <a:t>Autorzy: Mateusz Markiewicz, Jakub Koszorz</a:t>
            </a:r>
            <a:endParaRPr lang="pl-PL" dirty="0"/>
          </a:p>
          <a:p>
            <a:r>
              <a:rPr lang="pl-PL" b="1" dirty="0"/>
              <a:t>Technologie: Java Spring + </a:t>
            </a:r>
            <a:r>
              <a:rPr lang="pl-PL" b="1" dirty="0" err="1"/>
              <a:t>React</a:t>
            </a:r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43042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435445-85CF-AE7F-0220-AAEB67ABC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Czym będzie nasza aplikacja?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55AA0A8-22C6-D413-8593-65F68EC3D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l-PL" sz="4000" b="1" dirty="0"/>
              <a:t> Prosta platforma typu 'Wykop' (bez logowania).</a:t>
            </a:r>
            <a:endParaRPr lang="pl-PL" sz="4000" dirty="0"/>
          </a:p>
          <a:p>
            <a:r>
              <a:rPr lang="pl-PL" sz="4000" b="1" dirty="0"/>
              <a:t> Możliwość dodawania wpisów pod dowolnym </a:t>
            </a:r>
            <a:r>
              <a:rPr lang="pl-PL" sz="4000" b="1" dirty="0" err="1"/>
              <a:t>nickiem</a:t>
            </a:r>
            <a:r>
              <a:rPr lang="pl-PL" sz="4000" b="1" dirty="0"/>
              <a:t>.</a:t>
            </a:r>
            <a:endParaRPr lang="pl-PL" sz="4000" dirty="0"/>
          </a:p>
          <a:p>
            <a:r>
              <a:rPr lang="pl-PL" sz="4000" b="1" dirty="0"/>
              <a:t> System </a:t>
            </a:r>
            <a:r>
              <a:rPr lang="pl-PL" sz="4000" b="1" dirty="0" err="1"/>
              <a:t>tagowania</a:t>
            </a:r>
            <a:r>
              <a:rPr lang="pl-PL" sz="4000" b="1" dirty="0"/>
              <a:t> i komentowania treści.</a:t>
            </a:r>
            <a:endParaRPr lang="pl-PL" sz="4000" dirty="0"/>
          </a:p>
          <a:p>
            <a:endParaRPr lang="pl-PL" sz="4000" dirty="0"/>
          </a:p>
        </p:txBody>
      </p:sp>
    </p:spTree>
    <p:extLst>
      <p:ext uri="{BB962C8B-B14F-4D97-AF65-F5344CB8AC3E}">
        <p14:creationId xmlns:p14="http://schemas.microsoft.com/office/powerpoint/2010/main" val="639691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21CC451-4B72-3276-AE19-CE5070406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l-PL" b="1" dirty="0"/>
              <a:t>Zastosowane Wzorce Projektowe</a:t>
            </a:r>
            <a:br>
              <a:rPr lang="pl-PL" dirty="0"/>
            </a:b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9F5962B-5BB8-7674-1DF9-1C6B58D6D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l-PL" sz="4000" b="1" dirty="0"/>
              <a:t> Fasada: Zarządzanie logiką (</a:t>
            </a:r>
            <a:r>
              <a:rPr lang="pl-PL" sz="4000" b="1" dirty="0" err="1"/>
              <a:t>BlogFacade</a:t>
            </a:r>
            <a:r>
              <a:rPr lang="pl-PL" sz="4000" b="1" dirty="0"/>
              <a:t>).</a:t>
            </a:r>
            <a:endParaRPr lang="pl-PL" sz="4000" dirty="0"/>
          </a:p>
          <a:p>
            <a:r>
              <a:rPr lang="pl-PL" sz="4000" b="1" dirty="0"/>
              <a:t> Strategia: Różne widoki wyświetlania.</a:t>
            </a:r>
            <a:endParaRPr lang="pl-PL" sz="4000" dirty="0"/>
          </a:p>
          <a:p>
            <a:r>
              <a:rPr lang="pl-PL" sz="4000" b="1" dirty="0"/>
              <a:t> Dekorator: Dodawanie </a:t>
            </a:r>
            <a:r>
              <a:rPr lang="pl-PL" sz="4000" b="1" dirty="0" err="1"/>
              <a:t>tagów</a:t>
            </a:r>
            <a:r>
              <a:rPr lang="pl-PL" sz="4000" b="1" dirty="0"/>
              <a:t> i komentarzy.</a:t>
            </a:r>
            <a:endParaRPr lang="pl-PL" sz="4000" dirty="0"/>
          </a:p>
          <a:p>
            <a:endParaRPr lang="pl-PL" sz="4000" dirty="0"/>
          </a:p>
        </p:txBody>
      </p:sp>
    </p:spTree>
    <p:extLst>
      <p:ext uri="{BB962C8B-B14F-4D97-AF65-F5344CB8AC3E}">
        <p14:creationId xmlns:p14="http://schemas.microsoft.com/office/powerpoint/2010/main" val="3185735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16A6988-D821-CFFB-5747-F601CE9B2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l-PL" b="1" dirty="0"/>
              <a:t>Wzorzec 1: Fasada</a:t>
            </a:r>
            <a:br>
              <a:rPr lang="pl-PL" dirty="0"/>
            </a:b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A64A592-280D-A7A5-3C76-0B82E0D60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4000" b="1" dirty="0"/>
              <a:t>Ukrywa złożoność komunikacji między serwisami.</a:t>
            </a:r>
            <a:endParaRPr lang="pl-PL" sz="4000" dirty="0"/>
          </a:p>
          <a:p>
            <a:r>
              <a:rPr lang="pl-PL" sz="4000" b="1" dirty="0"/>
              <a:t> Upraszcza wywołania w kontrolerze (</a:t>
            </a:r>
            <a:r>
              <a:rPr lang="pl-PL" sz="4000" b="1" dirty="0" err="1"/>
              <a:t>Clean</a:t>
            </a:r>
            <a:r>
              <a:rPr lang="pl-PL" sz="4000" b="1" dirty="0"/>
              <a:t> API).</a:t>
            </a:r>
            <a:endParaRPr lang="pl-PL" sz="4000" dirty="0"/>
          </a:p>
          <a:p>
            <a:endParaRPr lang="pl-PL" sz="4000" dirty="0"/>
          </a:p>
        </p:txBody>
      </p:sp>
    </p:spTree>
    <p:extLst>
      <p:ext uri="{BB962C8B-B14F-4D97-AF65-F5344CB8AC3E}">
        <p14:creationId xmlns:p14="http://schemas.microsoft.com/office/powerpoint/2010/main" val="3413156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23A64D2-3CBB-9106-5A44-E802944BA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l-PL" b="1" dirty="0"/>
              <a:t>Wzorzec 2: Strategia</a:t>
            </a:r>
            <a:br>
              <a:rPr lang="pl-PL" dirty="0"/>
            </a:b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1BCCBD3-8D94-E233-74CF-F7D14D005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4000" b="1" dirty="0"/>
              <a:t> Preview, Full Content, With </a:t>
            </a:r>
            <a:r>
              <a:rPr lang="pl-PL" sz="4000" b="1" dirty="0" err="1"/>
              <a:t>Comments</a:t>
            </a:r>
            <a:r>
              <a:rPr lang="pl-PL" sz="4000" b="1" dirty="0"/>
              <a:t>.</a:t>
            </a:r>
            <a:endParaRPr lang="pl-PL" sz="4000" dirty="0"/>
          </a:p>
          <a:p>
            <a:r>
              <a:rPr lang="pl-PL" sz="4000" b="1" dirty="0"/>
              <a:t> Zmiana logiki wyświetlania w locie (</a:t>
            </a:r>
            <a:r>
              <a:rPr lang="pl-PL" sz="4000" b="1" dirty="0" err="1"/>
              <a:t>DisplayContext</a:t>
            </a:r>
            <a:r>
              <a:rPr lang="pl-PL" sz="4000" b="1" dirty="0"/>
              <a:t>).</a:t>
            </a:r>
            <a:endParaRPr lang="pl-PL" sz="4000" dirty="0"/>
          </a:p>
          <a:p>
            <a:endParaRPr lang="pl-PL" sz="4000" dirty="0"/>
          </a:p>
        </p:txBody>
      </p:sp>
    </p:spTree>
    <p:extLst>
      <p:ext uri="{BB962C8B-B14F-4D97-AF65-F5344CB8AC3E}">
        <p14:creationId xmlns:p14="http://schemas.microsoft.com/office/powerpoint/2010/main" val="4097017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F0492D3-9243-26AB-ED3D-0CBD67C67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l-PL" b="1" dirty="0"/>
              <a:t>Wzorzec 3: Dekorator</a:t>
            </a:r>
            <a:br>
              <a:rPr lang="pl-PL" dirty="0"/>
            </a:b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65153F3-E900-5463-33D2-5EEDF0F77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4000" b="1" dirty="0"/>
              <a:t> </a:t>
            </a:r>
            <a:r>
              <a:rPr lang="pl-PL" sz="4000" b="1" dirty="0" err="1"/>
              <a:t>TagDecorator</a:t>
            </a:r>
            <a:r>
              <a:rPr lang="pl-PL" sz="4000" b="1" dirty="0"/>
              <a:t> i </a:t>
            </a:r>
            <a:r>
              <a:rPr lang="pl-PL" sz="4000" b="1" dirty="0" err="1"/>
              <a:t>CommentDecorator</a:t>
            </a:r>
            <a:r>
              <a:rPr lang="pl-PL" sz="4000" b="1" dirty="0"/>
              <a:t> opakowują post.</a:t>
            </a:r>
            <a:endParaRPr lang="pl-PL" sz="4000" dirty="0"/>
          </a:p>
          <a:p>
            <a:r>
              <a:rPr lang="pl-PL" sz="4000" b="1" dirty="0"/>
              <a:t> Pozwala na elastyczne składanie obiektów.</a:t>
            </a:r>
            <a:endParaRPr lang="pl-PL" sz="4000" dirty="0"/>
          </a:p>
          <a:p>
            <a:endParaRPr lang="pl-PL" sz="4000" dirty="0"/>
          </a:p>
        </p:txBody>
      </p:sp>
    </p:spTree>
    <p:extLst>
      <p:ext uri="{BB962C8B-B14F-4D97-AF65-F5344CB8AC3E}">
        <p14:creationId xmlns:p14="http://schemas.microsoft.com/office/powerpoint/2010/main" val="3413726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70370C-28EC-1EC5-6821-02C978C61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l-PL" b="1" dirty="0"/>
              <a:t>Architektura i Kod</a:t>
            </a:r>
            <a:br>
              <a:rPr lang="pl-PL" dirty="0"/>
            </a:br>
            <a:endParaRPr lang="pl-PL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1DE1190-8E36-1A53-EA7B-D69E6B3081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FEBE0767-F0D5-837B-3EFA-AAB2363A0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951" y="1817550"/>
            <a:ext cx="10906897" cy="3527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6942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ydło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Mydło</Template>
  <TotalTime>23</TotalTime>
  <Words>139</Words>
  <Application>Microsoft Macintosh PowerPoint</Application>
  <PresentationFormat>Panoramiczny</PresentationFormat>
  <Paragraphs>21</Paragraphs>
  <Slides>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Garamond</vt:lpstr>
      <vt:lpstr>Mydło</vt:lpstr>
      <vt:lpstr>System Blogowy </vt:lpstr>
      <vt:lpstr>Czym będzie nasza aplikacja?</vt:lpstr>
      <vt:lpstr>Zastosowane Wzorce Projektowe </vt:lpstr>
      <vt:lpstr>Wzorzec 1: Fasada </vt:lpstr>
      <vt:lpstr>Wzorzec 2: Strategia </vt:lpstr>
      <vt:lpstr>Wzorzec 3: Dekorator </vt:lpstr>
      <vt:lpstr>Architektura i Kod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 Koszorz</dc:creator>
  <cp:lastModifiedBy>Jakub Koszorz</cp:lastModifiedBy>
  <cp:revision>1</cp:revision>
  <dcterms:created xsi:type="dcterms:W3CDTF">2025-12-19T08:32:49Z</dcterms:created>
  <dcterms:modified xsi:type="dcterms:W3CDTF">2025-12-19T08:56:36Z</dcterms:modified>
</cp:coreProperties>
</file>